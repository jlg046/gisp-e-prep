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ae6de37c7d402b" /><Relationship Type="http://schemas.openxmlformats.org/officeDocument/2006/relationships/extended-properties" Target="/docProps/app.xml" Id="R332a4911feb4402d" /><Relationship Type="http://schemas.openxmlformats.org/officeDocument/2006/relationships/officeDocument" Target="/ppt/presentation.xml" Id="Rfacef5b15d744d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01da01c10540e9"/>
  </p:sldMasterIdLst>
  <p:notesMasterIdLst>
    <p:notesMasterId xmlns:r="http://schemas.openxmlformats.org/officeDocument/2006/relationships" r:id="Rd29b9f12506b4350"/>
  </p:notesMasterIdLst>
  <p:sldIdLst>
    <p:sldId xmlns:r="http://schemas.openxmlformats.org/officeDocument/2006/relationships" id="256" r:id="R1d0695b635224d90"/>
    <p:sldId xmlns:r="http://schemas.openxmlformats.org/officeDocument/2006/relationships" id="257" r:id="R4ae29e3e02bd4d34"/>
    <p:sldId xmlns:r="http://schemas.openxmlformats.org/officeDocument/2006/relationships" id="258" r:id="R17ef04fd0d0f44e2"/>
    <p:sldId xmlns:r="http://schemas.openxmlformats.org/officeDocument/2006/relationships" id="259" r:id="Rb016c9289ced49ba"/>
    <p:sldId xmlns:r="http://schemas.openxmlformats.org/officeDocument/2006/relationships" id="260" r:id="Raa9c1380cadc4438"/>
    <p:sldId xmlns:r="http://schemas.openxmlformats.org/officeDocument/2006/relationships" id="261" r:id="R47894ae6372042fb"/>
    <p:sldId xmlns:r="http://schemas.openxmlformats.org/officeDocument/2006/relationships" id="262" r:id="R81585d4268e442f0"/>
    <p:sldId xmlns:r="http://schemas.openxmlformats.org/officeDocument/2006/relationships" id="263" r:id="Rd93fa3db97d644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2cf1a20b4d498b" /><Relationship Type="http://schemas.openxmlformats.org/officeDocument/2006/relationships/slideMaster" Target="/ppt/slideMasters/slideMaster1.xml" Id="R3501da01c10540e9" /><Relationship Type="http://schemas.openxmlformats.org/officeDocument/2006/relationships/notesMaster" Target="/ppt/notesMasters/notesMaster1.xml" Id="Rd29b9f12506b4350" /><Relationship Type="http://schemas.openxmlformats.org/officeDocument/2006/relationships/presProps" Target="/ppt/presProps.xml" Id="R61b12ca269204f51" /><Relationship Type="http://schemas.openxmlformats.org/officeDocument/2006/relationships/tableStyles" Target="/ppt/tableStyles.xml" Id="Ra5a2d179c7484ea5" /><Relationship Type="http://schemas.openxmlformats.org/officeDocument/2006/relationships/slide" Target="/ppt/slides/slide1.xml" Id="R1d0695b635224d90" /><Relationship Type="http://schemas.openxmlformats.org/officeDocument/2006/relationships/slide" Target="/ppt/slides/slide2.xml" Id="R4ae29e3e02bd4d34" /><Relationship Type="http://schemas.openxmlformats.org/officeDocument/2006/relationships/slide" Target="/ppt/slides/slide3.xml" Id="R17ef04fd0d0f44e2" /><Relationship Type="http://schemas.openxmlformats.org/officeDocument/2006/relationships/slide" Target="/ppt/slides/slide4.xml" Id="Rb016c9289ced49ba" /><Relationship Type="http://schemas.openxmlformats.org/officeDocument/2006/relationships/slide" Target="/ppt/slides/slide5.xml" Id="Raa9c1380cadc4438" /><Relationship Type="http://schemas.openxmlformats.org/officeDocument/2006/relationships/slide" Target="/ppt/slides/slide6.xml" Id="R47894ae6372042fb" /><Relationship Type="http://schemas.openxmlformats.org/officeDocument/2006/relationships/slide" Target="/ppt/slides/slide7.xml" Id="R81585d4268e442f0" /><Relationship Type="http://schemas.openxmlformats.org/officeDocument/2006/relationships/slide" Target="/ppt/slides/slide8.xml" Id="Rd93fa3db97d6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8004acb896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d1bd4606b94a5b" /><Relationship Type="http://schemas.openxmlformats.org/officeDocument/2006/relationships/notesMaster" Target="/ppt/notesMasters/notesMaster1.xml" Id="R045d2b35a02f48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7d44357e494a7d" /><Relationship Type="http://schemas.openxmlformats.org/officeDocument/2006/relationships/notesMaster" Target="/ppt/notesMasters/notesMaster1.xml" Id="R46ab3eb306ec47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98999afefa4577" /><Relationship Type="http://schemas.openxmlformats.org/officeDocument/2006/relationships/notesMaster" Target="/ppt/notesMasters/notesMaster1.xml" Id="R6deb8588601340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388bdd0a534d94" /><Relationship Type="http://schemas.openxmlformats.org/officeDocument/2006/relationships/notesMaster" Target="/ppt/notesMasters/notesMaster1.xml" Id="Rc82f27892cea4e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8d941ba9334f10" /><Relationship Type="http://schemas.openxmlformats.org/officeDocument/2006/relationships/notesMaster" Target="/ppt/notesMasters/notesMaster1.xml" Id="Rdd4deb2e1b3a40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a0de425a604733" /><Relationship Type="http://schemas.openxmlformats.org/officeDocument/2006/relationships/notesMaster" Target="/ppt/notesMasters/notesMaster1.xml" Id="R498dcc02432246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43636f93e14942" /><Relationship Type="http://schemas.openxmlformats.org/officeDocument/2006/relationships/notesMaster" Target="/ppt/notesMasters/notesMaster1.xml" Id="R01433375e1b041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391964615e4515" /><Relationship Type="http://schemas.openxmlformats.org/officeDocument/2006/relationships/notesMaster" Target="/ppt/notesMasters/notesMaster1.xml" Id="R892e614908d842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340f6c51642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cfe06eef144d8" /><Relationship Type="http://schemas.openxmlformats.org/officeDocument/2006/relationships/slideLayout" Target="/ppt/slideLayouts/slideLayout1.xml" Id="Rdd96809959e8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96809959e8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5d601e9dc4ab6" /><Relationship Type="http://schemas.openxmlformats.org/officeDocument/2006/relationships/notesSlide" Target="/ppt/notesSlides/notesSlide1.xml" Id="Rc76c973c21ec48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e59bcf3f24383" /><Relationship Type="http://schemas.openxmlformats.org/officeDocument/2006/relationships/notesSlide" Target="/ppt/notesSlides/notesSlide2.xml" Id="Rd24fd5b3b3e547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582f53aa64949" /><Relationship Type="http://schemas.openxmlformats.org/officeDocument/2006/relationships/notesSlide" Target="/ppt/notesSlides/notesSlide3.xml" Id="Rfadaf220c5044c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0d4b616d3495f" /><Relationship Type="http://schemas.openxmlformats.org/officeDocument/2006/relationships/notesSlide" Target="/ppt/notesSlides/notesSlide4.xml" Id="Rd4f3d273f66946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d621283084c4d" /><Relationship Type="http://schemas.openxmlformats.org/officeDocument/2006/relationships/notesSlide" Target="/ppt/notesSlides/notesSlide5.xml" Id="R810be6b323cd4b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17aecb8c043d5" /><Relationship Type="http://schemas.openxmlformats.org/officeDocument/2006/relationships/notesSlide" Target="/ppt/notesSlides/notesSlide6.xml" Id="R6c4b531fe31a40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1d311c984073" /><Relationship Type="http://schemas.openxmlformats.org/officeDocument/2006/relationships/notesSlide" Target="/ppt/notesSlides/notesSlide7.xml" Id="Rf932619dcf1b41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efc4d10284b46" /><Relationship Type="http://schemas.openxmlformats.org/officeDocument/2006/relationships/notesSlide" Target="/ppt/notesSlides/notesSlide8.xml" Id="Rba90bdb8211047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D33EB-A1C8-4FD5-A5D8-BE163DF3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31115-60B7-4471-9005-8833B6DA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2F33A-21B0-4234-9182-C5717371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 first look at ArcGIS Pro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C4950-3187-475F-8BF3-6548AED0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Sept 13–19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84CA1-CAAD-464A-B876-2AFC869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8FEB6-38E3-43A8-8F24-B9B51664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498631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CD30D-8C05-46C3-9085-732770D0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CDD92-CDB6-4554-8774-A78DFD6B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AEC6E-A829-4F54-924E-4CD4B1F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A8691-188E-464F-BFAE-C2539506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2: A first look at ArcGIS Pro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5CDA8-A3EB-464A-94D3-A01DC9F8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1875018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FFA5B1-21CC-404F-9756-908FFEAA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11A01-2E33-4AB0-A018-3963B04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DC276-DD7A-4849-92D0-D845A4E1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11DFF-C2EF-4BE4-BBC7-F4AF9B2A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26132F-C4C6-4D9C-942E-64E611B5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43068-D4DE-493B-A009-A9F10B0B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A00A5-C7B8-49FD-A58F-1B7DD2BC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323FB-B1D1-46F1-87FB-753DC989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01800-9A93-4FAD-9730-EF1A696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327B3-92CE-4E32-B40C-18C3E153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0F4F0-F7CF-470F-AF5C-AFB85DBB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39F99-FD87-43E0-8711-C38946B5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2DB95-72CD-4526-9337-B8ECDA2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DFEF7-8284-4B81-A22C-0534013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0ED8B-BA68-486E-B797-B107F6E8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CF17E-0BCE-4069-A10A-C938D1BC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5701A-D2AB-4F77-B807-9EA6FA94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04227-2B64-4FA5-A9EA-8D14E249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6BD006-70F8-4D17-8C4F-0E57A7F6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D2D4D-9C17-455D-9A0D-61792BDB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1166764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0B4E1-DD1A-4F00-A073-66D6E5B4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47307-5894-4589-BC3D-88DBFAE7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833A9-BDC2-4628-96FB-5C079264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C61E1-C268-4ED3-977F-A0195FB5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Data Management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DDFC2-CBAF-47D8-B077-C948918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7070858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853C2-1B58-4B26-A9BB-21785080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8D88E-685B-452C-A79B-799E4FC4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FAFC4-FA3E-41BF-A47E-57268884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E98EB-8A75-4459-8CC8-CF71DE79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Data Modeling: 1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DFBC9-817C-4B65-B46D-53F85A40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E88AF-E0F5-431F-A58E-589D4630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1350727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01248-D019-44EC-A68E-98BF8497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89619-3D36-4747-8810-E6F8F095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8B7DF-9550-40F4-8040-56FEAAA4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04CEB-AAEB-42D3-8863-94290BC0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Which ArcGIS Pro interface choices affect analysis reproducibility rather than convenience?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When does a 3D view improve geographic reasoning, and when is it merely decorative?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Translate one software command from the chapter into the software-agnostic GIS concept it implements.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4823-AB58-4A7E-B211-F7EDE74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946134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51064-1434-4204-BDD8-E5A85415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07E2A-9235-4CFF-80D3-95D46F6F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B7071-75D1-4E59-8B52-C47E9F95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8330C-FFFE-467C-929E-7E0EAB4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A planning team requests a 3D scene because it looks modern. Decide whether 3D improves the decision and specify an alternative if it does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A280C-F370-4FAF-B865-21B7ADCF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15CC6-8B66-4ADE-9967-9D26C962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928578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91D25-2156-4B63-943B-0BF0B03A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A3EC7-FDB0-4704-ADD5-754D03B8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A1F8B-A3ED-4BAB-98D5-27252510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7927D-204A-4B42-B9B2-668D729B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C397D-6660-47A6-9EDB-1EB27E8E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6B106-5001-414B-8840-A1253B86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2 review</a:t>
            </a:r>
          </a:p>
        </p:txBody>
      </p:sp>
    </p:spTree>
    <p:extLst>
      <p:ext uri="{BB962C8B-B14F-4D97-AF65-F5344CB8AC3E}">
        <p14:creationId xmlns:p14="http://schemas.microsoft.com/office/powerpoint/2010/main" val="806616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2026-08-27T18:58:27.0520000Z</dcterms:created>
  <dcterms:modified xsi:type="dcterms:W3CDTF">2026-08-27T18:58:27.0520000Z</dcterms:modified>
</coreProperties>
</file>