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8ccedc64374722" /><Relationship Type="http://schemas.openxmlformats.org/officeDocument/2006/relationships/extended-properties" Target="/docProps/app.xml" Id="R9386cc9a39db442c" /><Relationship Type="http://schemas.openxmlformats.org/officeDocument/2006/relationships/officeDocument" Target="/ppt/presentation.xml" Id="R89ecfa590f6048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92d9cc59ae4b5d"/>
  </p:sldMasterIdLst>
  <p:notesMasterIdLst>
    <p:notesMasterId xmlns:r="http://schemas.openxmlformats.org/officeDocument/2006/relationships" r:id="R0eba09946d2c4e4d"/>
  </p:notesMasterIdLst>
  <p:sldIdLst>
    <p:sldId xmlns:r="http://schemas.openxmlformats.org/officeDocument/2006/relationships" id="256" r:id="R295a0b9925a54073"/>
    <p:sldId xmlns:r="http://schemas.openxmlformats.org/officeDocument/2006/relationships" id="257" r:id="R058b91aee8e04603"/>
    <p:sldId xmlns:r="http://schemas.openxmlformats.org/officeDocument/2006/relationships" id="258" r:id="Rde0625265ea54970"/>
    <p:sldId xmlns:r="http://schemas.openxmlformats.org/officeDocument/2006/relationships" id="259" r:id="Rb46c4be4fe394bb8"/>
    <p:sldId xmlns:r="http://schemas.openxmlformats.org/officeDocument/2006/relationships" id="260" r:id="R356b64074d4045c2"/>
    <p:sldId xmlns:r="http://schemas.openxmlformats.org/officeDocument/2006/relationships" id="261" r:id="R5ec3ca4b469a4542"/>
    <p:sldId xmlns:r="http://schemas.openxmlformats.org/officeDocument/2006/relationships" id="262" r:id="R2eae5225429a4ca8"/>
    <p:sldId xmlns:r="http://schemas.openxmlformats.org/officeDocument/2006/relationships" id="263" r:id="Reb575ad996de41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79b9fc13ea4eb6" /><Relationship Type="http://schemas.openxmlformats.org/officeDocument/2006/relationships/slideMaster" Target="/ppt/slideMasters/slideMaster1.xml" Id="Re892d9cc59ae4b5d" /><Relationship Type="http://schemas.openxmlformats.org/officeDocument/2006/relationships/notesMaster" Target="/ppt/notesMasters/notesMaster1.xml" Id="R0eba09946d2c4e4d" /><Relationship Type="http://schemas.openxmlformats.org/officeDocument/2006/relationships/presProps" Target="/ppt/presProps.xml" Id="R2477a19bf0404db6" /><Relationship Type="http://schemas.openxmlformats.org/officeDocument/2006/relationships/tableStyles" Target="/ppt/tableStyles.xml" Id="Re667d07270804b10" /><Relationship Type="http://schemas.openxmlformats.org/officeDocument/2006/relationships/slide" Target="/ppt/slides/slide1.xml" Id="R295a0b9925a54073" /><Relationship Type="http://schemas.openxmlformats.org/officeDocument/2006/relationships/slide" Target="/ppt/slides/slide2.xml" Id="R058b91aee8e04603" /><Relationship Type="http://schemas.openxmlformats.org/officeDocument/2006/relationships/slide" Target="/ppt/slides/slide3.xml" Id="Rde0625265ea54970" /><Relationship Type="http://schemas.openxmlformats.org/officeDocument/2006/relationships/slide" Target="/ppt/slides/slide4.xml" Id="Rb46c4be4fe394bb8" /><Relationship Type="http://schemas.openxmlformats.org/officeDocument/2006/relationships/slide" Target="/ppt/slides/slide5.xml" Id="R356b64074d4045c2" /><Relationship Type="http://schemas.openxmlformats.org/officeDocument/2006/relationships/slide" Target="/ppt/slides/slide6.xml" Id="R5ec3ca4b469a4542" /><Relationship Type="http://schemas.openxmlformats.org/officeDocument/2006/relationships/slide" Target="/ppt/slides/slide7.xml" Id="R2eae5225429a4ca8" /><Relationship Type="http://schemas.openxmlformats.org/officeDocument/2006/relationships/slide" Target="/ppt/slides/slide8.xml" Id="Reb575ad996de41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a750f1acf94e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4215a8a4c14cd0" /><Relationship Type="http://schemas.openxmlformats.org/officeDocument/2006/relationships/notesMaster" Target="/ppt/notesMasters/notesMaster1.xml" Id="R70f9f0b8f75845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8049d67c7641ba" /><Relationship Type="http://schemas.openxmlformats.org/officeDocument/2006/relationships/notesMaster" Target="/ppt/notesMasters/notesMaster1.xml" Id="Rf0d660d8fc6c45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df24e5bb564d07" /><Relationship Type="http://schemas.openxmlformats.org/officeDocument/2006/relationships/notesMaster" Target="/ppt/notesMasters/notesMaster1.xml" Id="R64da11282f1c4a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2089796a5f43a0" /><Relationship Type="http://schemas.openxmlformats.org/officeDocument/2006/relationships/notesMaster" Target="/ppt/notesMasters/notesMaster1.xml" Id="R2ffbc9b020184b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75b81cb07c4095" /><Relationship Type="http://schemas.openxmlformats.org/officeDocument/2006/relationships/notesMaster" Target="/ppt/notesMasters/notesMaster1.xml" Id="R7153718a009d4b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c5f47f5dfc49aa" /><Relationship Type="http://schemas.openxmlformats.org/officeDocument/2006/relationships/notesMaster" Target="/ppt/notesMasters/notesMaster1.xml" Id="R1561cf7f9bd648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d5e3ba24fa4ed7" /><Relationship Type="http://schemas.openxmlformats.org/officeDocument/2006/relationships/notesMaster" Target="/ppt/notesMasters/notesMaster1.xml" Id="R247da45367ca47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c8542772dd4d32" /><Relationship Type="http://schemas.openxmlformats.org/officeDocument/2006/relationships/notesMaster" Target="/ppt/notesMasters/notesMaster1.xml" Id="Rb99b2cc2f3fd42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c5045de1f4c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099ea13be34fdc" /><Relationship Type="http://schemas.openxmlformats.org/officeDocument/2006/relationships/slideLayout" Target="/ppt/slideLayouts/slideLayout1.xml" Id="Re8a76dde6d9d43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a76dde6d9d43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f10969e3a49da" /><Relationship Type="http://schemas.openxmlformats.org/officeDocument/2006/relationships/notesSlide" Target="/ppt/notesSlides/notesSlide1.xml" Id="R8059207cfbfe4c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71f0142fa4517" /><Relationship Type="http://schemas.openxmlformats.org/officeDocument/2006/relationships/notesSlide" Target="/ppt/notesSlides/notesSlide2.xml" Id="Rdca40ea52a034a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18516caca410a" /><Relationship Type="http://schemas.openxmlformats.org/officeDocument/2006/relationships/notesSlide" Target="/ppt/notesSlides/notesSlide3.xml" Id="R92985e9175f744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16dee22e743f0" /><Relationship Type="http://schemas.openxmlformats.org/officeDocument/2006/relationships/notesSlide" Target="/ppt/notesSlides/notesSlide4.xml" Id="Rbc56af4cfbb94a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6caac189541a2" /><Relationship Type="http://schemas.openxmlformats.org/officeDocument/2006/relationships/notesSlide" Target="/ppt/notesSlides/notesSlide5.xml" Id="R526bb6527a8d4f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738dcf4ca454e" /><Relationship Type="http://schemas.openxmlformats.org/officeDocument/2006/relationships/notesSlide" Target="/ppt/notesSlides/notesSlide6.xml" Id="Rb134e2321ac545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413e96fcb47a9" /><Relationship Type="http://schemas.openxmlformats.org/officeDocument/2006/relationships/notesSlide" Target="/ppt/notesSlides/notesSlide7.xml" Id="Rc48f5d018c884a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9cd480e514b00" /><Relationship Type="http://schemas.openxmlformats.org/officeDocument/2006/relationships/notesSlide" Target="/ppt/notesSlides/notesSlide8.xml" Id="R7b3d5c77169f47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92403-0193-43DC-85A8-7299751A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722"/>
                </a:solidFill>
              </a:defRPr>
            </a:pPr>
            <a:r>
              <a:rPr sz="1350" b="1">
                <a:solidFill>
                  <a:srgbClr val="E87722"/>
                </a:solidFill>
              </a:rPr>
              <a:t>WEEKLY REVIEW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17349-4470-48FA-9863-E84AECAF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Chapter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8524D-8E11-48C2-BEA4-9280F23D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Exploring geospatial relationships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C2456-B9AC-4655-BCD6-593ABF59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9D6"/>
                </a:solidFill>
              </a:defRPr>
            </a:pPr>
            <a:r>
              <a:rPr sz="1650" b="0">
                <a:solidFill>
                  <a:srgbClr val="D9D9D6"/>
                </a:solidFill>
              </a:rPr>
              <a:t>Sept 20–26 • Textbook + ESRI training + GIS Book of Knowledge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AAE0C-9342-4B99-BC09-4441DE1D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7722"/>
                </a:solidFill>
              </a:defRPr>
            </a:pPr>
            <a:r>
              <a:rPr sz="1950" b="1">
                <a:solidFill>
                  <a:srgbClr val="E87722"/>
                </a:solidFill>
              </a:rPr>
              <a:t>Arrive ready to explain decisions—not just reproduce clicks.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63951-B59B-44ED-81AA-DF4363F2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3 review</a:t>
            </a:r>
          </a:p>
        </p:txBody>
      </p:sp>
    </p:spTree>
    <p:extLst>
      <p:ext uri="{BB962C8B-B14F-4D97-AF65-F5344CB8AC3E}">
        <p14:creationId xmlns:p14="http://schemas.microsoft.com/office/powerpoint/2010/main" val="256678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58E74-C216-4935-A618-C0E99E63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CHAPTER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A9E1D-E162-4678-AFB2-6280F49F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Connect the chapter exercises to transferable GIS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D7426-3F86-4D08-9103-42FAAFEB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F1DFA-542D-4096-9035-234BE12C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Complete Chapter 3: Exploring geospatial relationships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Debrief the assigned exercises and compare workflow choices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Translate ArcGIS Pro procedures into software-agnostic GIS concepts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Name assumptions, validation checks and fitness-for-use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CD8C2-0458-476C-BB56-B12E78B3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3 review</a:t>
            </a:r>
          </a:p>
        </p:txBody>
      </p:sp>
    </p:spTree>
    <p:extLst>
      <p:ext uri="{BB962C8B-B14F-4D97-AF65-F5344CB8AC3E}">
        <p14:creationId xmlns:p14="http://schemas.microsoft.com/office/powerpoint/2010/main" val="79875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F9DD7-22FE-45C0-9C10-7886EE47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COVERAGE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736E5-0456-446D-BED1-7ED6518A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maximum pathway closes what the textbook cannot cover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B6EEC-6A56-49BA-BA57-16698B57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AC115-B47C-4DEC-B621-B8A05BC6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09D51-ADB5-48E2-B144-A4B5835D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A99DF-55EB-4191-B770-5892E951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BoK topics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91D2D-0DB4-4C58-A0D7-714A27B1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C6F7C-1E6F-4788-85FC-E76B6DD8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90200-E2D2-49DC-8774-5CF23573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Direct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9D1CE-C73C-41C8-BFF1-44DEA35B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4C8C4-1EF0-4C7A-866D-8343F8DC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637DA-60C9-4637-8EE5-E3DA4377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Partial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79C09-FE60-480A-BB3E-E2BBFF3E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172DE-4059-49F7-B9BF-424C9275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87722"/>
                </a:solidFill>
              </a:defRPr>
            </a:pPr>
            <a:r>
              <a:rPr sz="3300" b="1">
                <a:solidFill>
                  <a:srgbClr val="E87722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A78DD-8750-45C7-8553-6FE1E356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Supplement-only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ECFD6-5390-4509-9D24-36D65D0E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8488D-7824-4D84-865F-1A9602E6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F3B44-4EF6-4C45-A119-B0999789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ESRI courses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980FC-9713-425E-BE5C-FCFE835D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Complete every assigned BoK reading; use all aligned ESRI courses when following the maximum pathway.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BA719-7D31-4815-8AF4-E4A85039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3 review</a:t>
            </a:r>
          </a:p>
        </p:txBody>
      </p:sp>
    </p:spTree>
    <p:extLst>
      <p:ext uri="{BB962C8B-B14F-4D97-AF65-F5344CB8AC3E}">
        <p14:creationId xmlns:p14="http://schemas.microsoft.com/office/powerpoint/2010/main" val="16903405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58E6D-2F72-4EE9-9BE4-4D9548B6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ESRI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8F4D5-2E2B-431B-997D-0AAF4A6A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ESRI training to reinforce applied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D1223-B3AF-4C80-B3E5-F72DB2A0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F69CF-F89B-4E27-B09E-8090F311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Acquire Data for a GIS Project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Data Management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Introduction to Coordinate Systems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Imagery and Remote Sensing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Querying Data Using ArcGIS Pro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Creating and Editing Metadata in ArcGIS (Core Pathway)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85D9D-1594-4913-AB41-B57D7CD2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3 review</a:t>
            </a:r>
          </a:p>
        </p:txBody>
      </p:sp>
    </p:spTree>
    <p:extLst>
      <p:ext uri="{BB962C8B-B14F-4D97-AF65-F5344CB8AC3E}">
        <p14:creationId xmlns:p14="http://schemas.microsoft.com/office/powerpoint/2010/main" val="14347236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0FF61-29F3-4D50-B0DE-7F7CB423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GIS BOOK OF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96026-8A2B-40D9-9DE2-80B67503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the BoK to supply theory, breadth and missing topics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DD093-6660-4B25-A727-CD2C8381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B4186-53A1-4BC6-B68B-FCF9BF23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Geospatial Data: 22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Data Modeling: 2 topics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EE899-F88F-440A-96B7-679D389A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Partial and supplement-only topics require focused BoK study.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E3620-57F0-4429-BE0A-0CE307B4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3 review</a:t>
            </a:r>
          </a:p>
        </p:txBody>
      </p:sp>
    </p:spTree>
    <p:extLst>
      <p:ext uri="{BB962C8B-B14F-4D97-AF65-F5344CB8AC3E}">
        <p14:creationId xmlns:p14="http://schemas.microsoft.com/office/powerpoint/2010/main" val="1631247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F5A14-5402-4A66-8311-7C9D450F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RETRIEVAL PROMPTS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2DB6D-7B24-41D5-AEBD-1F593267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Explain the concept before naming the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D822F-8A85-4169-B7CB-2D90F4E7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4D20F-F127-4817-9F3C-9D027C2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Choose between an attribute query, spatial query, join and relate for four data-integration scenarios.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What assumptions must hold before calculating and interpreting summary statistics for geographic data?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Explain how table cardinality and spatial relationships can change the validity of an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700DA-B3E7-4881-A745-1861349A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3 review</a:t>
            </a:r>
          </a:p>
        </p:txBody>
      </p:sp>
    </p:spTree>
    <p:extLst>
      <p:ext uri="{BB962C8B-B14F-4D97-AF65-F5344CB8AC3E}">
        <p14:creationId xmlns:p14="http://schemas.microsoft.com/office/powerpoint/2010/main" val="4916265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6BBFC-E416-4844-AC06-C92C7C0B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722"/>
                </a:solidFill>
              </a:defRPr>
            </a:pPr>
            <a:r>
              <a:rPr sz="1200" b="1">
                <a:solidFill>
                  <a:srgbClr val="E87722"/>
                </a:solidFill>
              </a:rPr>
              <a:t>INTEGRATED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F2386-1276-46F9-9831-02B4B7ED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Build and defend a complete GIS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670FE-4576-4DA8-9DC8-00E35679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0CBC0-4EEE-4ADC-A6E4-A894289B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Student records must be connected to residence polygons without exposing identities. Select the relationship method and identify analytical and privacy risks.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B3536-0397-4463-B64D-BC18163C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State the question • choose data and methods • expose assumptions • validate • communicate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223CD-AB1C-406B-8D38-4760E7B7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3 review</a:t>
            </a:r>
          </a:p>
        </p:txBody>
      </p:sp>
    </p:spTree>
    <p:extLst>
      <p:ext uri="{BB962C8B-B14F-4D97-AF65-F5344CB8AC3E}">
        <p14:creationId xmlns:p14="http://schemas.microsoft.com/office/powerpoint/2010/main" val="15609065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D2B17-3BE5-40E9-A118-12225B15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EXIT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06C0E-47DA-401A-9ED1-1237D0ED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Leave with a specific remediation commitment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2D482-BB29-44D5-9C52-B726326F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E2568-9F82-4EC1-A410-949F205D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concept you can now explain without software-specific language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misconception you corrected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BoK topic or ESRI course you still need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practice-test domain you will target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06FBB-3C63-4A94-AB5C-57E56530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7722"/>
                </a:solidFill>
              </a:defRPr>
            </a:pPr>
            <a:r>
              <a:rPr sz="1875" b="1">
                <a:solidFill>
                  <a:srgbClr val="E87722"/>
                </a:solidFill>
              </a:rPr>
              <a:t>Mastery means transferring the reasoning to a new scenario.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9469D-D549-4A42-86AD-CB8B0814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3 review</a:t>
            </a:r>
          </a:p>
        </p:txBody>
      </p:sp>
    </p:spTree>
    <p:extLst>
      <p:ext uri="{BB962C8B-B14F-4D97-AF65-F5344CB8AC3E}">
        <p14:creationId xmlns:p14="http://schemas.microsoft.com/office/powerpoint/2010/main" val="1153898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2026-08-27T18:58:27.2200000Z</dcterms:created>
  <dcterms:modified xsi:type="dcterms:W3CDTF">2026-08-27T18:58:27.2200000Z</dcterms:modified>
</coreProperties>
</file>