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be3a6d073542b2" /><Relationship Type="http://schemas.openxmlformats.org/officeDocument/2006/relationships/extended-properties" Target="/docProps/app.xml" Id="R2094929958d04e67" /><Relationship Type="http://schemas.openxmlformats.org/officeDocument/2006/relationships/officeDocument" Target="/ppt/presentation.xml" Id="Rf2bbd7e18f56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4dfd058ae24aa3"/>
  </p:sldMasterIdLst>
  <p:notesMasterIdLst>
    <p:notesMasterId xmlns:r="http://schemas.openxmlformats.org/officeDocument/2006/relationships" r:id="R37e80ae74fd340e2"/>
  </p:notesMasterIdLst>
  <p:sldIdLst>
    <p:sldId xmlns:r="http://schemas.openxmlformats.org/officeDocument/2006/relationships" id="256" r:id="Rdaaff65b698045ce"/>
    <p:sldId xmlns:r="http://schemas.openxmlformats.org/officeDocument/2006/relationships" id="257" r:id="R8f91aa6daa794bcb"/>
    <p:sldId xmlns:r="http://schemas.openxmlformats.org/officeDocument/2006/relationships" id="258" r:id="R913f4683285f445d"/>
    <p:sldId xmlns:r="http://schemas.openxmlformats.org/officeDocument/2006/relationships" id="259" r:id="Ra1fb81cf78f14fb3"/>
    <p:sldId xmlns:r="http://schemas.openxmlformats.org/officeDocument/2006/relationships" id="260" r:id="R3bc5c472269d41a3"/>
    <p:sldId xmlns:r="http://schemas.openxmlformats.org/officeDocument/2006/relationships" id="261" r:id="Rf63172d692b2495d"/>
    <p:sldId xmlns:r="http://schemas.openxmlformats.org/officeDocument/2006/relationships" id="262" r:id="R21c49e91e38f42f3"/>
    <p:sldId xmlns:r="http://schemas.openxmlformats.org/officeDocument/2006/relationships" id="263" r:id="R972259a841a046b6"/>
    <p:sldId xmlns:r="http://schemas.openxmlformats.org/officeDocument/2006/relationships" id="264" r:id="R9fdeb10a1235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5f93c660974bba" /><Relationship Type="http://schemas.openxmlformats.org/officeDocument/2006/relationships/slideMaster" Target="/ppt/slideMasters/slideMaster1.xml" Id="R2f4dfd058ae24aa3" /><Relationship Type="http://schemas.openxmlformats.org/officeDocument/2006/relationships/notesMaster" Target="/ppt/notesMasters/notesMaster1.xml" Id="R37e80ae74fd340e2" /><Relationship Type="http://schemas.openxmlformats.org/officeDocument/2006/relationships/presProps" Target="/ppt/presProps.xml" Id="R6f395b64ce23485f" /><Relationship Type="http://schemas.openxmlformats.org/officeDocument/2006/relationships/tableStyles" Target="/ppt/tableStyles.xml" Id="R680fb17a2ff84ef9" /><Relationship Type="http://schemas.openxmlformats.org/officeDocument/2006/relationships/slide" Target="/ppt/slides/slide1.xml" Id="Rdaaff65b698045ce" /><Relationship Type="http://schemas.openxmlformats.org/officeDocument/2006/relationships/slide" Target="/ppt/slides/slide2.xml" Id="R8f91aa6daa794bcb" /><Relationship Type="http://schemas.openxmlformats.org/officeDocument/2006/relationships/slide" Target="/ppt/slides/slide3.xml" Id="R913f4683285f445d" /><Relationship Type="http://schemas.openxmlformats.org/officeDocument/2006/relationships/slide" Target="/ppt/slides/slide4.xml" Id="Ra1fb81cf78f14fb3" /><Relationship Type="http://schemas.openxmlformats.org/officeDocument/2006/relationships/slide" Target="/ppt/slides/slide5.xml" Id="R3bc5c472269d41a3" /><Relationship Type="http://schemas.openxmlformats.org/officeDocument/2006/relationships/slide" Target="/ppt/slides/slide6.xml" Id="Rf63172d692b2495d" /><Relationship Type="http://schemas.openxmlformats.org/officeDocument/2006/relationships/slide" Target="/ppt/slides/slide7.xml" Id="R21c49e91e38f42f3" /><Relationship Type="http://schemas.openxmlformats.org/officeDocument/2006/relationships/slide" Target="/ppt/slides/slide8.xml" Id="R972259a841a046b6" /><Relationship Type="http://schemas.openxmlformats.org/officeDocument/2006/relationships/slide" Target="/ppt/slides/slide9.xml" Id="R9fdeb10a1235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9fe40d9464d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0826f45bd24ea3" /><Relationship Type="http://schemas.openxmlformats.org/officeDocument/2006/relationships/notesMaster" Target="/ppt/notesMasters/notesMaster1.xml" Id="R85bd55ce2f3040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f0ec93c53b4a02" /><Relationship Type="http://schemas.openxmlformats.org/officeDocument/2006/relationships/notesMaster" Target="/ppt/notesMasters/notesMaster1.xml" Id="Rb0e49d890af84a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167aeff9d4466b" /><Relationship Type="http://schemas.openxmlformats.org/officeDocument/2006/relationships/notesMaster" Target="/ppt/notesMasters/notesMaster1.xml" Id="R844a952fb0db42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aa852347a94734" /><Relationship Type="http://schemas.openxmlformats.org/officeDocument/2006/relationships/notesMaster" Target="/ppt/notesMasters/notesMaster1.xml" Id="R260e0e8d2fd943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59281b6ade47f7" /><Relationship Type="http://schemas.openxmlformats.org/officeDocument/2006/relationships/notesMaster" Target="/ppt/notesMasters/notesMaster1.xml" Id="R291ed0609a1043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e0198a0b1b49db" /><Relationship Type="http://schemas.openxmlformats.org/officeDocument/2006/relationships/notesMaster" Target="/ppt/notesMasters/notesMaster1.xml" Id="R49d0ed2b27eb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1e41b822a246dc" /><Relationship Type="http://schemas.openxmlformats.org/officeDocument/2006/relationships/notesMaster" Target="/ppt/notesMasters/notesMaster1.xml" Id="R1de82481ce354b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9ff81ceb54551" /><Relationship Type="http://schemas.openxmlformats.org/officeDocument/2006/relationships/notesMaster" Target="/ppt/notesMasters/notesMaster1.xml" Id="R42ff49fdbc0e45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41cd4d968647d7" /><Relationship Type="http://schemas.openxmlformats.org/officeDocument/2006/relationships/notesMaster" Target="/ppt/notesMasters/notesMaster1.xml" Id="R0d131aa5d7bd4a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e1b49100e9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18464d3ce417a" /><Relationship Type="http://schemas.openxmlformats.org/officeDocument/2006/relationships/slideLayout" Target="/ppt/slideLayouts/slideLayout1.xml" Id="R8a7fc5b6aacc49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7fc5b6aacc49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e36621f5c4ac8" /><Relationship Type="http://schemas.openxmlformats.org/officeDocument/2006/relationships/notesSlide" Target="/ppt/notesSlides/notesSlide1.xml" Id="R093acffc11d9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99a0595b04c3d" /><Relationship Type="http://schemas.openxmlformats.org/officeDocument/2006/relationships/notesSlide" Target="/ppt/notesSlides/notesSlide2.xml" Id="R7e2fa619067e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6281712524ffa" /><Relationship Type="http://schemas.openxmlformats.org/officeDocument/2006/relationships/notesSlide" Target="/ppt/notesSlides/notesSlide3.xml" Id="Rf41d866b5122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80e7c82a04b47" /><Relationship Type="http://schemas.openxmlformats.org/officeDocument/2006/relationships/notesSlide" Target="/ppt/notesSlides/notesSlide4.xml" Id="Ra17a90375c0a41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8782192244f15" /><Relationship Type="http://schemas.openxmlformats.org/officeDocument/2006/relationships/notesSlide" Target="/ppt/notesSlides/notesSlide5.xml" Id="R875f9399013241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d66b7d8fd4ea3" /><Relationship Type="http://schemas.openxmlformats.org/officeDocument/2006/relationships/notesSlide" Target="/ppt/notesSlides/notesSlide6.xml" Id="R133786bf3d114d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cab4307d9498b" /><Relationship Type="http://schemas.openxmlformats.org/officeDocument/2006/relationships/notesSlide" Target="/ppt/notesSlides/notesSlide7.xml" Id="Ra5fbd6d6a60049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714c9a9b14702" /><Relationship Type="http://schemas.openxmlformats.org/officeDocument/2006/relationships/notesSlide" Target="/ppt/notesSlides/notesSlide8.xml" Id="Re73b7c3de52746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0b40475fe486f" /><Relationship Type="http://schemas.openxmlformats.org/officeDocument/2006/relationships/notesSlide" Target="/ppt/notesSlides/notesSlide9.xml" Id="R2293790e2d6f4a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80BE2-9999-435B-8397-4DAE3EA8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B9C67-8E33-4999-98DF-67C9C915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1EB0C-BE5D-43C9-80F5-B9498977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Presenting your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270FB-37E5-4ADA-9C14-61AF9D74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Nov 1–7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8E6A5-0E12-4AEF-9C53-07606D9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6D083-DB3F-4938-9650-EFCE8F1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233382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772AA-C35D-46FD-9593-92DAC88F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FB213-42C7-4B29-9EB4-297A97F3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1B945-80FA-4522-A64B-3418DE75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22311-E1B9-4391-9402-58FD1F58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9: Presenting your project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3B7E6-03F5-40B5-A520-6F0B6436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1355722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2096B0-8DB4-49F2-974F-30B122A7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65E04-8837-400A-9AF0-B2A570BC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9EF5C-2153-4A5C-82B1-64AF8F4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45DBD-98F0-4C61-823D-8878C88E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5A102-C1C4-4B24-8588-E1CD6D18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E8FC9-6B82-4BF9-85B2-B18F605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773F9-E209-416E-A517-D1C14CDF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D8A39-ECF0-437B-93EB-3A2344DF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E2732-7A88-41B4-B5F2-666C8F50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C0BB1-0304-4A12-A13F-C5B59D67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AE565-EF25-4FF2-A5B2-C56AF36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BFDD2-437B-4558-BB9A-CF2C9494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0CBD50-D753-494A-9C8A-71638E2A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BF767-5D15-4096-9F46-07D487F5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EB17D-2078-4118-931D-911A02B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9D1B1-BFB9-4612-840C-2AEF3739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A8DA5-36E8-4D65-A9B0-B1A3304E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D5977-AB6B-4F8F-88F0-53FB1677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5B2DC-DDCF-41DE-A627-92E28424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4E7B2-30E7-4D20-AD31-2B08760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297179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90C99-5AF3-4794-BD4F-5DA5E345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BDADD-CC77-4489-8E9A-AEC0041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330B9-C93C-4D99-B683-10237DBC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40C01-06AB-4906-A184-9A03D1C7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Spatial Analysis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Mapping &amp; Visualization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Design choropleth maps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Coordinate Systems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Symbolizing Map Layers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Spatial Data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D1474-7F2B-4F25-A656-37AEFBE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1982980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36F4C-8536-4CA8-BD0A-F60CAE27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3B684-D83C-46C7-ABC5-87FCC519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Continue the Chapter 9 ESRI pathway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75C48-4265-4609-8FC3-8658EF04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7350A-D6CF-4CA1-B070-332B3836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Creating and Sharing GIS Content Using ArcGIS Online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AI in ArcGIS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Building Geoprocessing Models Using ArcGIS Pro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Python for Everyone (Advanced/Focused Trainings)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11E4A-CFC4-4C3E-9921-D860EA5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1006260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811EF-246C-4C00-AC86-97B2DCE2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F2F3C-6174-4594-B807-3A12033B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A4D73-4013-44BA-AAF0-08BA6D07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9B262-F83C-429A-BB71-4D077BF8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Cartography &amp; Visualization: 34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GI &amp; Society: 18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Organizational &amp; Institutional Aspects: 8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Thematic &amp; Application Domains: 3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Analytical Methods &amp; GeoComputation: 1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Data Modeling: 1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Conceptual Foundations: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E46D8-1489-41F2-8E77-C7A37C9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997A7-982D-4700-97A1-002DBB7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1879801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A6327-C31A-4171-8E5B-160EF31D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9953D-F7E0-48D7-BF2F-ED78ED0F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BAB1E-662C-4746-AD9A-925F9DD2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D4168-3E19-4C46-BDD2-03E5E199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Match symbolization, classification, labeling and layout choices to audience, purpose and data type.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What must be evaluated before sharing GIS content: accessibility, privacy, uncertainty, ownership and platform constraints?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Apply professional ethics and organizational considerations to a map that could influence a consequential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DDA03-D887-4BBA-9FB9-5EA23D3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7359602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9D0F0-D832-4ED9-B4DE-27F61FB0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74569-1379-47DF-AA24-FC1F1253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3397C-313D-4079-B73A-C9EE8A19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87BBF-388F-46C9-BE93-2A7E9AE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A public-facing equity map may affect funding. Design the map and sharing workflow while addressing classification, accessibility, privacy, ethics and governance.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4D2A3-022B-4E06-AC25-A4ABBB9F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CC492-4F88-4836-97EB-16014C5B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6595371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060C2-E7C8-4FB9-A910-E847F3CD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564DE-82E0-4067-B785-D0B6E0A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7D960-AFE9-4D5F-8CC8-2B22557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6A98D-D24D-4D94-BBB5-8C2A413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482BC-3404-4ABA-8DC9-6CABF279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DC9CC-F599-445B-98AF-A05252F6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9 review</a:t>
            </a:r>
          </a:p>
        </p:txBody>
      </p:sp>
    </p:spTree>
    <p:extLst>
      <p:ext uri="{BB962C8B-B14F-4D97-AF65-F5344CB8AC3E}">
        <p14:creationId xmlns:p14="http://schemas.microsoft.com/office/powerpoint/2010/main" val="1826113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2026-08-27T18:58:27.8660000Z</dcterms:created>
  <dcterms:modified xsi:type="dcterms:W3CDTF">2026-08-27T18:58:27.8660000Z</dcterms:modified>
</coreProperties>
</file>