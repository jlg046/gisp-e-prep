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5e7bf657b24fbb" /><Relationship Type="http://schemas.openxmlformats.org/officeDocument/2006/relationships/extended-properties" Target="/docProps/app.xml" Id="Rc1fc431762734ed8" /><Relationship Type="http://schemas.openxmlformats.org/officeDocument/2006/relationships/officeDocument" Target="/ppt/presentation.xml" Id="Rd40ffd396295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224c0333e41a5"/>
  </p:sldMasterIdLst>
  <p:notesMasterIdLst>
    <p:notesMasterId xmlns:r="http://schemas.openxmlformats.org/officeDocument/2006/relationships" r:id="Rc4cbfe774caa4e02"/>
  </p:notesMasterIdLst>
  <p:sldIdLst>
    <p:sldId xmlns:r="http://schemas.openxmlformats.org/officeDocument/2006/relationships" id="256" r:id="R480284fefe124131"/>
    <p:sldId xmlns:r="http://schemas.openxmlformats.org/officeDocument/2006/relationships" id="257" r:id="Rc05d9a42b09f4cfe"/>
    <p:sldId xmlns:r="http://schemas.openxmlformats.org/officeDocument/2006/relationships" id="258" r:id="R5200041b1a3c4ee0"/>
    <p:sldId xmlns:r="http://schemas.openxmlformats.org/officeDocument/2006/relationships" id="259" r:id="Rf9ef6aa1a6db412a"/>
    <p:sldId xmlns:r="http://schemas.openxmlformats.org/officeDocument/2006/relationships" id="260" r:id="R73ea271cccf64f50"/>
    <p:sldId xmlns:r="http://schemas.openxmlformats.org/officeDocument/2006/relationships" id="261" r:id="R043708e65ece43a0"/>
    <p:sldId xmlns:r="http://schemas.openxmlformats.org/officeDocument/2006/relationships" id="262" r:id="R8db3c2e0fe9a400e"/>
    <p:sldId xmlns:r="http://schemas.openxmlformats.org/officeDocument/2006/relationships" id="263" r:id="R0bf2f1ac62b14ec7"/>
    <p:sldId xmlns:r="http://schemas.openxmlformats.org/officeDocument/2006/relationships" id="264" r:id="Ra377c2d6569242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223b1726cf4198" /><Relationship Type="http://schemas.openxmlformats.org/officeDocument/2006/relationships/slideMaster" Target="/ppt/slideMasters/slideMaster1.xml" Id="R4f9224c0333e41a5" /><Relationship Type="http://schemas.openxmlformats.org/officeDocument/2006/relationships/notesMaster" Target="/ppt/notesMasters/notesMaster1.xml" Id="Rc4cbfe774caa4e02" /><Relationship Type="http://schemas.openxmlformats.org/officeDocument/2006/relationships/presProps" Target="/ppt/presProps.xml" Id="Ra6296446d70340f9" /><Relationship Type="http://schemas.openxmlformats.org/officeDocument/2006/relationships/tableStyles" Target="/ppt/tableStyles.xml" Id="R1d675cae3c9b4dd3" /><Relationship Type="http://schemas.openxmlformats.org/officeDocument/2006/relationships/slide" Target="/ppt/slides/slide1.xml" Id="R480284fefe124131" /><Relationship Type="http://schemas.openxmlformats.org/officeDocument/2006/relationships/slide" Target="/ppt/slides/slide2.xml" Id="Rc05d9a42b09f4cfe" /><Relationship Type="http://schemas.openxmlformats.org/officeDocument/2006/relationships/slide" Target="/ppt/slides/slide3.xml" Id="R5200041b1a3c4ee0" /><Relationship Type="http://schemas.openxmlformats.org/officeDocument/2006/relationships/slide" Target="/ppt/slides/slide4.xml" Id="Rf9ef6aa1a6db412a" /><Relationship Type="http://schemas.openxmlformats.org/officeDocument/2006/relationships/slide" Target="/ppt/slides/slide5.xml" Id="R73ea271cccf64f50" /><Relationship Type="http://schemas.openxmlformats.org/officeDocument/2006/relationships/slide" Target="/ppt/slides/slide6.xml" Id="R043708e65ece43a0" /><Relationship Type="http://schemas.openxmlformats.org/officeDocument/2006/relationships/slide" Target="/ppt/slides/slide7.xml" Id="R8db3c2e0fe9a400e" /><Relationship Type="http://schemas.openxmlformats.org/officeDocument/2006/relationships/slide" Target="/ppt/slides/slide8.xml" Id="R0bf2f1ac62b14ec7" /><Relationship Type="http://schemas.openxmlformats.org/officeDocument/2006/relationships/slide" Target="/ppt/slides/slide9.xml" Id="Ra377c2d65692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6b17079bd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9335447e1448be" /><Relationship Type="http://schemas.openxmlformats.org/officeDocument/2006/relationships/notesMaster" Target="/ppt/notesMasters/notesMaster1.xml" Id="R903d57bc530b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0b4f4dc124be5" /><Relationship Type="http://schemas.openxmlformats.org/officeDocument/2006/relationships/notesMaster" Target="/ppt/notesMasters/notesMaster1.xml" Id="R13ad8878d465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7620fb964540bc" /><Relationship Type="http://schemas.openxmlformats.org/officeDocument/2006/relationships/notesMaster" Target="/ppt/notesMasters/notesMaster1.xml" Id="R46b7937b80f343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a0fb2a5bcb4171" /><Relationship Type="http://schemas.openxmlformats.org/officeDocument/2006/relationships/notesMaster" Target="/ppt/notesMasters/notesMaster1.xml" Id="Rb67ee155ed7f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a6de3d0de4864" /><Relationship Type="http://schemas.openxmlformats.org/officeDocument/2006/relationships/notesMaster" Target="/ppt/notesMasters/notesMaster1.xml" Id="R532515067d0943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e8b4c792748dc" /><Relationship Type="http://schemas.openxmlformats.org/officeDocument/2006/relationships/notesMaster" Target="/ppt/notesMasters/notesMaster1.xml" Id="R88143234874149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7af0e2706c4e73" /><Relationship Type="http://schemas.openxmlformats.org/officeDocument/2006/relationships/notesMaster" Target="/ppt/notesMasters/notesMaster1.xml" Id="R56d34713b7c945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96516302d41fd" /><Relationship Type="http://schemas.openxmlformats.org/officeDocument/2006/relationships/notesMaster" Target="/ppt/notesMasters/notesMaster1.xml" Id="R3e4619e531bd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dcae07be644864" /><Relationship Type="http://schemas.openxmlformats.org/officeDocument/2006/relationships/notesMaster" Target="/ppt/notesMasters/notesMaster1.xml" Id="R65e4b7d65eb7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57c6e715f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7bdef4c9b4fbf" /><Relationship Type="http://schemas.openxmlformats.org/officeDocument/2006/relationships/slideLayout" Target="/ppt/slideLayouts/slideLayout1.xml" Id="R26457a7903ba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57a7903ba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050d317b4410e" /><Relationship Type="http://schemas.openxmlformats.org/officeDocument/2006/relationships/notesSlide" Target="/ppt/notesSlides/notesSlide1.xml" Id="R840e1f9b4d22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3e8777dd4886" /><Relationship Type="http://schemas.openxmlformats.org/officeDocument/2006/relationships/notesSlide" Target="/ppt/notesSlides/notesSlide2.xml" Id="Rdeca1d5495754f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d7a8657364825" /><Relationship Type="http://schemas.openxmlformats.org/officeDocument/2006/relationships/notesSlide" Target="/ppt/notesSlides/notesSlide3.xml" Id="Rb9b30dff272147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d3736f3f04840" /><Relationship Type="http://schemas.openxmlformats.org/officeDocument/2006/relationships/notesSlide" Target="/ppt/notesSlides/notesSlide4.xml" Id="R2a2072b6aba74b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ee14b77f747ac" /><Relationship Type="http://schemas.openxmlformats.org/officeDocument/2006/relationships/notesSlide" Target="/ppt/notesSlides/notesSlide5.xml" Id="R84a2b1eb36a64f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9092006fa4fae" /><Relationship Type="http://schemas.openxmlformats.org/officeDocument/2006/relationships/notesSlide" Target="/ppt/notesSlides/notesSlide6.xml" Id="Re6ccee5b6a4e41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06ea465d442f7" /><Relationship Type="http://schemas.openxmlformats.org/officeDocument/2006/relationships/notesSlide" Target="/ppt/notesSlides/notesSlide7.xml" Id="R1ba61e6613aa46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0fbc49475487e" /><Relationship Type="http://schemas.openxmlformats.org/officeDocument/2006/relationships/notesSlide" Target="/ppt/notesSlides/notesSlide8.xml" Id="R49580a6bcdc345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5bb8d60e6444e" /><Relationship Type="http://schemas.openxmlformats.org/officeDocument/2006/relationships/notesSlide" Target="/ppt/notesSlides/notesSlide9.xml" Id="R1c0c5264fa6743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B251A-5FE9-43CC-A3B1-6381C6B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1610E-E3C4-430E-8015-86AD4AA5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70C08-2ABF-453F-B9A5-B8F9BEB0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Determining suitability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DBA04-CB5B-40AC-B2E8-E51BF0D6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Oct 25–31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E4F9E-73DC-4438-BD82-C4DF13D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6E5AC-EEE0-4736-9435-F4B8668C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408633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829CE-46C8-46C4-9D54-1391DE19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E18E3-D83A-4516-A498-A302BEE8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745CF-C3B8-4D08-98B3-34C2704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D7B61-6F77-4716-8D28-2000836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8: Determining suitability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ECA00-5E04-41BA-9130-6A5FA3F5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1757581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D8CCE-4753-4A9A-BDFA-A830764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EE39F-5579-488A-BA46-C5FE19E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86F89-2232-4185-B19F-E4DD09CC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918A2-E6A1-4A77-8B21-306CA40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8CA33-A3C8-48A7-BBE5-54833EF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7D8CA-41A4-4AD3-827E-DB5E380E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A6B78-7661-4483-80CA-00B5EB3D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ED62A-8EBD-49B7-9B02-67195897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2355-8129-4C70-BE51-C070112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3DA48-A3BC-43A6-9A94-AFF2C0B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69528-5231-4595-BE1E-450A2131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C23DA-3F32-4AF0-89A3-0F3B2CC9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80930-D274-4207-B9DE-2282DF16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66A08-F411-4768-AF4E-567712B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22FD-6622-4E1D-B44D-FD95B1FB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FB3E4-D60C-4749-BEEE-1EDFB59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FA84E-9551-4598-9CB3-9260ED2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97901-97D5-40D3-9C68-5B5027F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8E220-E88A-4412-9D47-551567D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83EAA-2FF6-4A31-B8AF-3F31C2F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311798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DD6BB-5F2A-4BBF-B71E-DE291A1D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F9821-657A-494F-B888-4461924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5DD1E-4CF7-432F-B942-A172EB5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5FFB1-7FDB-4245-984E-748CECB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Spatial Analysis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Analysis and modeling in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3D Data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Building Geoprocessing Models Using ArcGIS Pro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Python for Everyone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AI in ArcGIS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Sharing GIS Content Using ArcGIS Online (Advanced/Focused Trainings)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D640A-A12F-41D9-8858-22E90E9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819735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8FA7A-3C72-4948-BD2B-2D659CB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FA94B-B2A1-42A8-B7A1-666DC65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Continue the Chapter 8 ESRI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C6CD-1BB2-4EF7-B897-B95EB6CD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FDF80-5DDB-49EF-A9BC-1FA4216A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ArcGIS Online Basics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Mapping &amp; Visualization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Imagery and Remote Sensing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Maintaining Spatial Data Integrity Using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7921B-7696-42DC-A793-4839144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1831724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D51B0-4966-40BF-9452-FDDDEFB0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FDFC5-00C5-4EEE-878E-08FC346C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388CC-216A-45D7-B4FC-462ADCF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FF380-08B3-4883-A386-F06910B9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49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Platforms, Sensors, Physics &amp; Image Processing: 14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Design of Systems: 6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Organizational &amp; Institutional Aspects: 6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3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3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Cartography &amp; Visualization: 2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GI &amp; Society: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95F31-6E7A-45DC-9F35-B0C647A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3640C-8284-40CB-A1DF-D50430D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1669523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6D26-8384-439C-AC1D-9C5828B1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3D9B2-4ED8-4639-917E-7F1DA743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86F07-20DB-498F-9330-3B3BF925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F9C3F-0C80-48C7-9F0A-4637C9E2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Translate a suitability question into criteria, transformations, weights, constraints and validation steps.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Compare raster map algebra, interpolation and terrain derivatives as ways of creating new surfaces.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Which remote-sensing, resolution and uncertainty concepts must be added beyond the textbook exercises?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8C112-4A24-49B2-A06A-FA49F06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1068171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03C27-0324-4B77-B037-5DF883D2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7A2C5-EB10-40E4-9BF7-2A277961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313A1-8EBA-4DE4-A9C3-FE744F7C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3B44-B9E5-4B00-BF06-EB8AC65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 conservation group needs a suitability model combining slope, habitat, access and imagery. Define transformations, weights, constraints and uncertainty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02F39-0899-46A4-91E1-2B8EBA7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F3801-1D19-46A1-9BC1-52FC243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1493314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352D2-4CD7-4190-89F1-3592C9D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9A613-B844-4B62-9F1E-8ACE723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C5424-BB89-4122-B0A3-6BDB54F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03FA4-AC79-4850-981E-8B03B7E8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D2FDC-1A44-4A8B-ADE3-B3221782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799D-6C02-4227-BE40-55B61D3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8 review</a:t>
            </a:r>
          </a:p>
        </p:txBody>
      </p:sp>
    </p:spTree>
    <p:extLst>
      <p:ext uri="{BB962C8B-B14F-4D97-AF65-F5344CB8AC3E}">
        <p14:creationId xmlns:p14="http://schemas.microsoft.com/office/powerpoint/2010/main" val="287732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2026-08-27T18:58:27.7630000Z</dcterms:created>
  <dcterms:modified xsi:type="dcterms:W3CDTF">2026-08-27T18:58:27.7630000Z</dcterms:modified>
</coreProperties>
</file>