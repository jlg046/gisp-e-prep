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eb6d9b7164f25" /><Relationship Type="http://schemas.openxmlformats.org/officeDocument/2006/relationships/extended-properties" Target="/docProps/app.xml" Id="Re015e2cb0e6e4387" /><Relationship Type="http://schemas.openxmlformats.org/officeDocument/2006/relationships/officeDocument" Target="/ppt/presentation.xml" Id="Re239b8210d65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abacaa080a4eb1"/>
  </p:sldMasterIdLst>
  <p:notesMasterIdLst>
    <p:notesMasterId xmlns:r="http://schemas.openxmlformats.org/officeDocument/2006/relationships" r:id="R8a83886c18924047"/>
  </p:notesMasterIdLst>
  <p:sldIdLst>
    <p:sldId xmlns:r="http://schemas.openxmlformats.org/officeDocument/2006/relationships" id="256" r:id="R7fce288e90264502"/>
    <p:sldId xmlns:r="http://schemas.openxmlformats.org/officeDocument/2006/relationships" id="257" r:id="R819f7ade0cf9485e"/>
    <p:sldId xmlns:r="http://schemas.openxmlformats.org/officeDocument/2006/relationships" id="258" r:id="R77a3485b12e94551"/>
    <p:sldId xmlns:r="http://schemas.openxmlformats.org/officeDocument/2006/relationships" id="259" r:id="R62c72f51258d4666"/>
    <p:sldId xmlns:r="http://schemas.openxmlformats.org/officeDocument/2006/relationships" id="260" r:id="R506f8e6ae9c44fd7"/>
    <p:sldId xmlns:r="http://schemas.openxmlformats.org/officeDocument/2006/relationships" id="261" r:id="R060b436b85b24e46"/>
    <p:sldId xmlns:r="http://schemas.openxmlformats.org/officeDocument/2006/relationships" id="262" r:id="R0c5a739bbc384550"/>
    <p:sldId xmlns:r="http://schemas.openxmlformats.org/officeDocument/2006/relationships" id="263" r:id="Rb4643faf4efb4e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59076a34934662" /><Relationship Type="http://schemas.openxmlformats.org/officeDocument/2006/relationships/slideMaster" Target="/ppt/slideMasters/slideMaster1.xml" Id="Recabacaa080a4eb1" /><Relationship Type="http://schemas.openxmlformats.org/officeDocument/2006/relationships/notesMaster" Target="/ppt/notesMasters/notesMaster1.xml" Id="R8a83886c18924047" /><Relationship Type="http://schemas.openxmlformats.org/officeDocument/2006/relationships/presProps" Target="/ppt/presProps.xml" Id="Re61ff3f528314125" /><Relationship Type="http://schemas.openxmlformats.org/officeDocument/2006/relationships/tableStyles" Target="/ppt/tableStyles.xml" Id="R176d2ea2ceef40d9" /><Relationship Type="http://schemas.openxmlformats.org/officeDocument/2006/relationships/slide" Target="/ppt/slides/slide1.xml" Id="R7fce288e90264502" /><Relationship Type="http://schemas.openxmlformats.org/officeDocument/2006/relationships/slide" Target="/ppt/slides/slide2.xml" Id="R819f7ade0cf9485e" /><Relationship Type="http://schemas.openxmlformats.org/officeDocument/2006/relationships/slide" Target="/ppt/slides/slide3.xml" Id="R77a3485b12e94551" /><Relationship Type="http://schemas.openxmlformats.org/officeDocument/2006/relationships/slide" Target="/ppt/slides/slide4.xml" Id="R62c72f51258d4666" /><Relationship Type="http://schemas.openxmlformats.org/officeDocument/2006/relationships/slide" Target="/ppt/slides/slide5.xml" Id="R506f8e6ae9c44fd7" /><Relationship Type="http://schemas.openxmlformats.org/officeDocument/2006/relationships/slide" Target="/ppt/slides/slide6.xml" Id="R060b436b85b24e46" /><Relationship Type="http://schemas.openxmlformats.org/officeDocument/2006/relationships/slide" Target="/ppt/slides/slide7.xml" Id="R0c5a739bbc384550" /><Relationship Type="http://schemas.openxmlformats.org/officeDocument/2006/relationships/slide" Target="/ppt/slides/slide8.xml" Id="Rb4643faf4efb4e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96b3332a049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a0eb5857c24011" /><Relationship Type="http://schemas.openxmlformats.org/officeDocument/2006/relationships/notesMaster" Target="/ppt/notesMasters/notesMaster1.xml" Id="R0e4d8f17cf1a44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0e7680c2c74c07" /><Relationship Type="http://schemas.openxmlformats.org/officeDocument/2006/relationships/notesMaster" Target="/ppt/notesMasters/notesMaster1.xml" Id="R17a7af7ad6ac49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a06566d4be418e" /><Relationship Type="http://schemas.openxmlformats.org/officeDocument/2006/relationships/notesMaster" Target="/ppt/notesMasters/notesMaster1.xml" Id="Rf2fada2492744c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3cadd780c34890" /><Relationship Type="http://schemas.openxmlformats.org/officeDocument/2006/relationships/notesMaster" Target="/ppt/notesMasters/notesMaster1.xml" Id="Ra63be81bfe0a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a8a864998548be" /><Relationship Type="http://schemas.openxmlformats.org/officeDocument/2006/relationships/notesMaster" Target="/ppt/notesMasters/notesMaster1.xml" Id="R4cf3fa7c29f84b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c11bdac23045a2" /><Relationship Type="http://schemas.openxmlformats.org/officeDocument/2006/relationships/notesMaster" Target="/ppt/notesMasters/notesMaster1.xml" Id="R47b2752a601e43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91addd08a84d10" /><Relationship Type="http://schemas.openxmlformats.org/officeDocument/2006/relationships/notesMaster" Target="/ppt/notesMasters/notesMaster1.xml" Id="Rfae6081b4d07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8190ae2b6f4123" /><Relationship Type="http://schemas.openxmlformats.org/officeDocument/2006/relationships/notesMaster" Target="/ppt/notesMasters/notesMaster1.xml" Id="Rccc49cdfb60f41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268ec6e284f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6da2fcd0a4957" /><Relationship Type="http://schemas.openxmlformats.org/officeDocument/2006/relationships/slideLayout" Target="/ppt/slideLayouts/slideLayout1.xml" Id="R4d0d029b19bd48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d029b19bd48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fbe8af8484406" /><Relationship Type="http://schemas.openxmlformats.org/officeDocument/2006/relationships/notesSlide" Target="/ppt/notesSlides/notesSlide1.xml" Id="R0fd2f6e8d616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f19e349ea472f" /><Relationship Type="http://schemas.openxmlformats.org/officeDocument/2006/relationships/notesSlide" Target="/ppt/notesSlides/notesSlide2.xml" Id="Rd37be3a96aa640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79ad77fab4530" /><Relationship Type="http://schemas.openxmlformats.org/officeDocument/2006/relationships/notesSlide" Target="/ppt/notesSlides/notesSlide3.xml" Id="R7d7d985f7b5f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f1a4f57624531" /><Relationship Type="http://schemas.openxmlformats.org/officeDocument/2006/relationships/notesSlide" Target="/ppt/notesSlides/notesSlide4.xml" Id="R4b5aa144d9ed43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5da4d016549c5" /><Relationship Type="http://schemas.openxmlformats.org/officeDocument/2006/relationships/notesSlide" Target="/ppt/notesSlides/notesSlide5.xml" Id="R4a7d7b5e5fd942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5f757512d4cba" /><Relationship Type="http://schemas.openxmlformats.org/officeDocument/2006/relationships/notesSlide" Target="/ppt/notesSlides/notesSlide6.xml" Id="Rf54b75f60ef04e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9aeec3d9541d5" /><Relationship Type="http://schemas.openxmlformats.org/officeDocument/2006/relationships/notesSlide" Target="/ppt/notesSlides/notesSlide7.xml" Id="Rb4f5850f5b5e43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6728b42154ce0" /><Relationship Type="http://schemas.openxmlformats.org/officeDocument/2006/relationships/notesSlide" Target="/ppt/notesSlides/notesSlide8.xml" Id="R377aa02266fc4d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70EE2-B86B-45E0-A52E-C04F0098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B604A-B904-40C4-86F8-0F1F7FC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4E04E-BB88-4951-85A7-1F05CD92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Creating and editing spatial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3A823-4F25-4A64-AC95-36732D21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Sept 27–Oct 3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DFF1B-1EB7-41E5-8E20-8901C470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D1A7A-9887-43E7-BB64-F2FD156D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924715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620A9-641C-42F7-BA1E-EEDFAB10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1ACCB-B52D-4CF0-A31F-D025B46F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0D1FF-4487-4E82-8152-0950F78D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F158F-93A6-42D5-90DE-DD22D309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4: Creating and editing spatial data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D1F1D-0B82-4E63-B8CF-9A5190F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1691090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EA55F-9295-485A-8D30-D908A1B3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FB998-4E53-49A0-8A69-71B77EF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D11F-300F-404D-AC59-DFAA7FAF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5678E-4DCF-4C55-88B9-4FCAF75A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6CF73-E9ED-491C-BB3F-B0825FF7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2441E-3BAD-4110-9D30-76411C23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CA8BE-06D8-4BC5-A49E-6FEB1570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B1382-FCBD-4C40-B95C-9983B69F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B096D-AA23-4632-9C8A-1660095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FC969-A753-4CCB-B2E7-5A957DC5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9B718-475B-444C-8E3A-86C36735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AD9CB-390C-433C-AF75-DD9B6675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EC56F-08D6-4AB2-9460-11DD2939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917DD-3718-4D2A-A878-72EF514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9C8D2-154E-4D1D-B42F-D781D953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33DE4-D49B-44FA-A287-B6371333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3C416-02DD-482A-99BC-3C10B260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74B9C-4708-4039-B47D-04BEF473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44EF1-D877-473A-AC3D-C28CAF61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DEC1E-D37B-47F6-9E7E-E242CE3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1478376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F470A-059F-4A29-9FCF-2F437860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D347C-8B72-4DED-B7F7-C76B796C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562BA-E19C-4C30-BC89-6D41BE54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53E2D-8E32-4D23-9825-A5D1F59C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Data Management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Querying Data Using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Maintaining Spatial Data Integrity Using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Coordinate Systems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Basics of GIS Coordinate Systems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Creating and Editing Metadata in ArcGIS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D5D42-18C6-48C1-815C-017BAA01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766902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514C3-668D-4AB1-B475-256AEBD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141C0-21B4-445E-9387-4CE082C3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1524-A8CD-4B87-A1B4-4E6A89C5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03AA4-F41D-41A5-A83B-4C1DA8F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Data Modeling: 39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Geospatial Data: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48451-831F-4304-AE8D-660AA803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7162-65A2-4900-AB8C-0A330CA1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760512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2FCF0-06C2-42D3-B739-E5AFF61B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5ED30-7DF4-4BA9-9398-1CA54856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3D04A-7E8F-48B5-8702-DC99ECA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FD9AB-DE1B-424F-BDFB-211B879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Design a geodatabase schema for a campus asset inventory, including geometry, keys, domains and topology rules.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Differentiate positional, attribute, temporal, logical-consistency and completeness errors.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Which editing controls prevent errors, and which errors still require validation after editing?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C18F-D8FA-4374-B1DD-7DF66292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1143541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CC89E-3D27-478E-B3B7-4FDF6CB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9D6EE-FA1F-46F2-9C47-25C8EEC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F87D0-3959-4704-AD23-D5EF9DA0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0F18F-65DE-45DE-8FA6-95D9E85E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Multiple editors are building a trails database. Propose schema, domains, topology and quality-control rules that protect fitness for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593F6-454D-4D2A-BF66-A68FABFE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4D7D2-EB23-4F80-A292-7DA39C9A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816911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CDC48-A06A-400D-8AE5-29BB5412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B9E91-BE39-4D4F-81A7-B5B4E235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CCFE0-C94C-40A9-BB7A-A0E5DDB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EF2FB-6BB0-4E32-9D75-6D01147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412D3-1E21-4D64-8AAB-CF85667B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4802-07C0-4964-9C06-0237EF69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4 review</a:t>
            </a:r>
          </a:p>
        </p:txBody>
      </p:sp>
    </p:spTree>
    <p:extLst>
      <p:ext uri="{BB962C8B-B14F-4D97-AF65-F5344CB8AC3E}">
        <p14:creationId xmlns:p14="http://schemas.microsoft.com/office/powerpoint/2010/main" val="1722162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2026-08-27T18:58:27.3360000Z</dcterms:created>
  <dcterms:modified xsi:type="dcterms:W3CDTF">2026-08-27T18:58:27.3360000Z</dcterms:modified>
</coreProperties>
</file>