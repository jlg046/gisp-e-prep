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28c20adc314254" /><Relationship Type="http://schemas.openxmlformats.org/officeDocument/2006/relationships/extended-properties" Target="/docProps/app.xml" Id="R42b5c2ee538046be" /><Relationship Type="http://schemas.openxmlformats.org/officeDocument/2006/relationships/officeDocument" Target="/ppt/presentation.xml" Id="R0945711230ea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11bf3692a74399"/>
  </p:sldMasterIdLst>
  <p:notesMasterIdLst>
    <p:notesMasterId xmlns:r="http://schemas.openxmlformats.org/officeDocument/2006/relationships" r:id="R26caa2e53058418f"/>
  </p:notesMasterIdLst>
  <p:sldIdLst>
    <p:sldId xmlns:r="http://schemas.openxmlformats.org/officeDocument/2006/relationships" id="256" r:id="Rfeb9d448843d4a65"/>
    <p:sldId xmlns:r="http://schemas.openxmlformats.org/officeDocument/2006/relationships" id="257" r:id="Rf24daf438fc34c67"/>
    <p:sldId xmlns:r="http://schemas.openxmlformats.org/officeDocument/2006/relationships" id="258" r:id="R7dac773f6865486f"/>
    <p:sldId xmlns:r="http://schemas.openxmlformats.org/officeDocument/2006/relationships" id="259" r:id="Rf1c86a70977b471c"/>
    <p:sldId xmlns:r="http://schemas.openxmlformats.org/officeDocument/2006/relationships" id="260" r:id="R0952348150234da3"/>
    <p:sldId xmlns:r="http://schemas.openxmlformats.org/officeDocument/2006/relationships" id="261" r:id="Rdfe66062d15044d4"/>
    <p:sldId xmlns:r="http://schemas.openxmlformats.org/officeDocument/2006/relationships" id="262" r:id="R1c6e012c382c43d2"/>
    <p:sldId xmlns:r="http://schemas.openxmlformats.org/officeDocument/2006/relationships" id="263" r:id="Rd3c17c60feeb4b66"/>
    <p:sldId xmlns:r="http://schemas.openxmlformats.org/officeDocument/2006/relationships" id="264" r:id="Rd4a5ae994e6f42e8"/>
    <p:sldId xmlns:r="http://schemas.openxmlformats.org/officeDocument/2006/relationships" id="265" r:id="R4bfdeea0093e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7ef41d4a94f89" /><Relationship Type="http://schemas.openxmlformats.org/officeDocument/2006/relationships/slideMaster" Target="/ppt/slideMasters/slideMaster1.xml" Id="R2f11bf3692a74399" /><Relationship Type="http://schemas.openxmlformats.org/officeDocument/2006/relationships/notesMaster" Target="/ppt/notesMasters/notesMaster1.xml" Id="R26caa2e53058418f" /><Relationship Type="http://schemas.openxmlformats.org/officeDocument/2006/relationships/presProps" Target="/ppt/presProps.xml" Id="R6c51e967ae544b17" /><Relationship Type="http://schemas.openxmlformats.org/officeDocument/2006/relationships/tableStyles" Target="/ppt/tableStyles.xml" Id="Rc5bb7c8299314b13" /><Relationship Type="http://schemas.openxmlformats.org/officeDocument/2006/relationships/slide" Target="/ppt/slides/slide1.xml" Id="Rfeb9d448843d4a65" /><Relationship Type="http://schemas.openxmlformats.org/officeDocument/2006/relationships/slide" Target="/ppt/slides/slide2.xml" Id="Rf24daf438fc34c67" /><Relationship Type="http://schemas.openxmlformats.org/officeDocument/2006/relationships/slide" Target="/ppt/slides/slide3.xml" Id="R7dac773f6865486f" /><Relationship Type="http://schemas.openxmlformats.org/officeDocument/2006/relationships/slide" Target="/ppt/slides/slide4.xml" Id="Rf1c86a70977b471c" /><Relationship Type="http://schemas.openxmlformats.org/officeDocument/2006/relationships/slide" Target="/ppt/slides/slide5.xml" Id="R0952348150234da3" /><Relationship Type="http://schemas.openxmlformats.org/officeDocument/2006/relationships/slide" Target="/ppt/slides/slide6.xml" Id="Rdfe66062d15044d4" /><Relationship Type="http://schemas.openxmlformats.org/officeDocument/2006/relationships/slide" Target="/ppt/slides/slide7.xml" Id="R1c6e012c382c43d2" /><Relationship Type="http://schemas.openxmlformats.org/officeDocument/2006/relationships/slide" Target="/ppt/slides/slide8.xml" Id="Rd3c17c60feeb4b66" /><Relationship Type="http://schemas.openxmlformats.org/officeDocument/2006/relationships/slide" Target="/ppt/slides/slide9.xml" Id="Rd4a5ae994e6f42e8" /><Relationship Type="http://schemas.openxmlformats.org/officeDocument/2006/relationships/slide" Target="/ppt/slides/slide10.xml" Id="R4bfdeea0093e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d7edadbd5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a3536896d487c" /><Relationship Type="http://schemas.openxmlformats.org/officeDocument/2006/relationships/notesMaster" Target="/ppt/notesMasters/notesMaster1.xml" Id="Rcaf14d738b6548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8a354936d4cf7" /><Relationship Type="http://schemas.openxmlformats.org/officeDocument/2006/relationships/notesMaster" Target="/ppt/notesMasters/notesMaster1.xml" Id="R3400391433bb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b40be5cdee43af" /><Relationship Type="http://schemas.openxmlformats.org/officeDocument/2006/relationships/notesMaster" Target="/ppt/notesMasters/notesMaster1.xml" Id="R714a67fab5aa44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382b24541343b1" /><Relationship Type="http://schemas.openxmlformats.org/officeDocument/2006/relationships/notesMaster" Target="/ppt/notesMasters/notesMaster1.xml" Id="R8e9608e8840349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d021b2cb441f8" /><Relationship Type="http://schemas.openxmlformats.org/officeDocument/2006/relationships/notesMaster" Target="/ppt/notesMasters/notesMaster1.xml" Id="R1fb13a86ec3c48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3a6f618b54e89" /><Relationship Type="http://schemas.openxmlformats.org/officeDocument/2006/relationships/notesMaster" Target="/ppt/notesMasters/notesMaster1.xml" Id="R5c3e88675029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f4e14124754443" /><Relationship Type="http://schemas.openxmlformats.org/officeDocument/2006/relationships/notesMaster" Target="/ppt/notesMasters/notesMaster1.xml" Id="Ra79d923dc14c45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d7c6def0024649" /><Relationship Type="http://schemas.openxmlformats.org/officeDocument/2006/relationships/notesMaster" Target="/ppt/notesMasters/notesMaster1.xml" Id="R6da4c08091b341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f742d537814e55" /><Relationship Type="http://schemas.openxmlformats.org/officeDocument/2006/relationships/notesMaster" Target="/ppt/notesMasters/notesMaster1.xml" Id="R2d485ed9738f44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8df8ba9da41bb" /><Relationship Type="http://schemas.openxmlformats.org/officeDocument/2006/relationships/notesMaster" Target="/ppt/notesMasters/notesMaster1.xml" Id="Ra43ecca7742f42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87987603f46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bb7fe928ea400f" /><Relationship Type="http://schemas.openxmlformats.org/officeDocument/2006/relationships/slideLayout" Target="/ppt/slideLayouts/slideLayout1.xml" Id="Rfbf6beb633e8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f6beb633e8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49c0388494d25" /><Relationship Type="http://schemas.openxmlformats.org/officeDocument/2006/relationships/notesSlide" Target="/ppt/notesSlides/notesSlide1.xml" Id="Rcbb70cadce694c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5e7bb6b9b434f" /><Relationship Type="http://schemas.openxmlformats.org/officeDocument/2006/relationships/notesSlide" Target="/ppt/notesSlides/notesSlide2.xml" Id="Rb08fe54a64f8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3ef82989844a1" /><Relationship Type="http://schemas.openxmlformats.org/officeDocument/2006/relationships/notesSlide" Target="/ppt/notesSlides/notesSlide3.xml" Id="R3a7e5e5d4c454a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4c76a4f74249" /><Relationship Type="http://schemas.openxmlformats.org/officeDocument/2006/relationships/notesSlide" Target="/ppt/notesSlides/notesSlide4.xml" Id="R1fe82b87f4df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55282a46a4766" /><Relationship Type="http://schemas.openxmlformats.org/officeDocument/2006/relationships/notesSlide" Target="/ppt/notesSlides/notesSlide5.xml" Id="R0e789174950a4d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63bd883b486b" /><Relationship Type="http://schemas.openxmlformats.org/officeDocument/2006/relationships/notesSlide" Target="/ppt/notesSlides/notesSlide6.xml" Id="R77d32b1fe69c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a15d804ad43f8" /><Relationship Type="http://schemas.openxmlformats.org/officeDocument/2006/relationships/notesSlide" Target="/ppt/notesSlides/notesSlide7.xml" Id="R2026cddb398744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8d1f5d1654de4" /><Relationship Type="http://schemas.openxmlformats.org/officeDocument/2006/relationships/notesSlide" Target="/ppt/notesSlides/notesSlide8.xml" Id="Re4d515aaed6145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d72abecc7496c" /><Relationship Type="http://schemas.openxmlformats.org/officeDocument/2006/relationships/notesSlide" Target="/ppt/notesSlides/notesSlide9.xml" Id="R9a035f7c9cea41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bfda23b2b431d" /><Relationship Type="http://schemas.openxmlformats.org/officeDocument/2006/relationships/notesSlide" Target="/ppt/notesSlides/notesSlide10.xml" Id="Rebad19e47fcf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58199-E42A-4B2B-9789-E3B092C8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0DD25-880A-4A9E-8FB0-1FA608B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736A1-89F9-4EF8-9350-93B97B7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Core GIS Data Modeling, Quality &amp; Cartographic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D6B99-9026-493E-B099-9E1B181F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50C70-7D3E-4D53-BBE6-F916B293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1014034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C362E-E469-4DA2-A373-C95A2AA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F1EF7-936B-4337-A860-F3AF74C3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42028-2631-492B-A8C4-DB11ABC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08F83-17A3-479A-8C50-D3DE1D9F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403FC-1D0B-400A-BE22-2F7F028B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Design and evaluate vector/raster and database representations for real geographic phenomena.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Reason about topology, schemas, relationships, data quality, uncertainty, metadata, and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Apply intermediate cartographic principles including classification, generalization, multivariate display, and usability.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Diagnose how data-model and quality decisions propagate into analysis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801357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2F6D5-2BA4-40B4-9072-642EF95C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B0455-D5DE-4841-89B6-B0CEFD7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AF8A3-D49E-48B8-B7DA-480FD66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21D74-C6EF-4595-942F-72FCE81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CDC3F-C417-4C87-B94D-AAEF115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1015230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174A3-B3DD-4CEF-BA6F-4553C964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28DA-8BC8-470C-AA48-A0024DEB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Model the phenomenon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E571B-3A40-4F9A-927B-0F89B1D2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FA686-CD41-4F1C-AD35-97642FD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6F2AA-5391-4591-A52F-C8A9104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Represent stormwater assets as vector, raster and relational structures; select the representation that best supports inspection and network tracing.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E680-1211-4107-AC1F-E099CB35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6950E-8BF1-4B70-92B5-E4C9050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2581C-C2F4-4848-BCF5-F1101DE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0DAD4-DA5E-4A2E-9DFF-4D5D69E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257EC-D57D-4261-9C9F-E8090D5D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882050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55ADD-46CD-4C3D-87DF-AEBC484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7A535-C4C6-46F5-BDAD-CD55A6C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Quality forensics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3DA90-B000-4FC3-93DD-EBA5CECB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2A96E-8FAC-49F7-8DA8-9C3B658B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5184A-FC23-43B3-9CB0-63ADCA1D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Evaluate a parcel layer with missing metadata, mixed coordinate systems, slivers and outdated attributes for a tax-impact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DFE97-1570-4611-8BFD-BDF3568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4B11D-2585-41C7-9909-77DD85BB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C2DE3-F9D6-4FD9-9FBD-7927E9E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6D674-850B-4207-B57C-2D8B9C3A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2F696-A8D5-4FAB-AEE2-B3CD311E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078293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82DA2-C2B5-4531-A734-7D6DED50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A2AB8-74BC-44E5-A31D-92FEABD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Topology clinic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54724-68FC-4A13-91A1-DDFB27A9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91847-5C59-4484-BF72-15160BE8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0257B-4722-4238-8F5E-C50E2756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Diagnose gaps, overlaps, dangles and incorrect cardinality in a utility database.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40EC-5DEB-4189-9991-AFE3704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05E7C-AE83-46C5-9B80-9CA1463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1B905-2D89-4896-A42A-8F49A9A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F0830-D119-4B6E-A966-EBAC69AD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5DE7C-28FE-4D03-A17B-1902C45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371843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67D8B-0B5F-4623-8E03-0BAC1D2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66E1B-1F24-4ECB-BFD6-F3FA46E9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Scale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C19D2-FBD7-4307-97E4-B10042EB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FC3D-7E24-4E8A-8A3A-3949E4A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D03B0-DB4F-4583-8ED9-166ABA6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Redesign the same transportation layer for a campus map and a statewide map; document generalization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3FE3C-7CAC-4CE0-9ECF-CC94C9B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F1264-B428-4DF1-A984-D322F3A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F23C3-AA52-4BA5-B7CE-A887E4E6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ACB51-430E-463C-86AF-8DD8DD3A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A2766-FB02-4CA6-9408-A59C8F9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472855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95B6-0CF0-4B96-A26B-9EAF683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E322B-A489-4133-A3C9-E157B3E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6ACCB-E937-4B2C-9885-66BAB15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2E232-7EE7-4733-9913-CA97423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4A91D-F6F2-417C-9F1E-C359D314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More detailed data are always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Topology is only a data-cleaning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Metadata are optional documentation rather than evidence for fitness-for-use.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Classification/generalization choices do not materially affect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640138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F7E54-A49A-48BC-A3DC-EB84346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97CBF-68F5-4395-B5B1-5B2DA2E9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73967-E4B6-4825-95DE-7CB96A31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F4BB-05F9-4280-8A58-AEE685A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B2D05-A08F-41BE-B61D-2C6AAA03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AC15E-632D-4AA7-BEE9-C682CDA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FF84B-F9C6-40DE-A899-C1B30DE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03CDA-3D7F-42C2-BF86-0396341F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831D8-CEDD-4A8E-9DDB-DDD46CB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311353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79836-5499-4DE7-B5B3-FC0A702F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2DC49-0C1F-4FDA-BE4C-C01EBD5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6F476-0667-4FC6-9A39-1E66608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E0166-05C3-452F-B52F-4CAB135A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0B6FE-3423-4942-9615-A2C5CA0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9F46F-5BDE-4BC6-97C2-9194761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1449124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2026-08-27T13:29:57.0300000Z</dcterms:created>
  <dcterms:modified xsi:type="dcterms:W3CDTF">2026-08-27T13:29:57.0300000Z</dcterms:modified>
</coreProperties>
</file>